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6" autoAdjust="0"/>
    <p:restoredTop sz="94660"/>
  </p:normalViewPr>
  <p:slideViewPr>
    <p:cSldViewPr snapToGrid="0" snapToObjects="1">
      <p:cViewPr>
        <p:scale>
          <a:sx n="55" d="100"/>
          <a:sy n="55" d="100"/>
        </p:scale>
        <p:origin x="1620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243803" y="290"/>
            <a:ext cx="274320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INICIO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399" y="1005840"/>
            <a:ext cx="2830007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Mostrar menú:</a:t>
            </a:r>
          </a:p>
          <a:p>
            <a:r>
              <a:t>1 = Piedra</a:t>
            </a:r>
          </a:p>
          <a:p>
            <a:r>
              <a:t>2 = Papel</a:t>
            </a:r>
          </a:p>
          <a:p>
            <a:r>
              <a:t>3 = Tijera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3200400" y="2103120"/>
            <a:ext cx="2743200" cy="731520"/>
          </a:xfrm>
          <a:prstGeom prst="parallelogra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Ingresar opción del jugador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01752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Computadora genera número aleatorio</a:t>
            </a:r>
          </a:p>
          <a:p>
            <a:r>
              <a:t>random.randint(1,3)</a:t>
            </a:r>
          </a:p>
        </p:txBody>
      </p:sp>
      <p:sp>
        <p:nvSpPr>
          <p:cNvPr id="6" name="Diamond 5"/>
          <p:cNvSpPr/>
          <p:nvPr/>
        </p:nvSpPr>
        <p:spPr>
          <a:xfrm>
            <a:off x="3200399" y="4044194"/>
            <a:ext cx="2743200" cy="109728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¿</a:t>
            </a:r>
            <a:r>
              <a:rPr dirty="0" err="1"/>
              <a:t>Jugador</a:t>
            </a:r>
            <a:r>
              <a:rPr dirty="0"/>
              <a:t> </a:t>
            </a:r>
            <a:r>
              <a:rPr dirty="0" err="1"/>
              <a:t>gana</a:t>
            </a:r>
            <a:r>
              <a:rPr dirty="0"/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399" y="534924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resultado</a:t>
            </a:r>
            <a:endParaRPr dirty="0"/>
          </a:p>
        </p:txBody>
      </p:sp>
      <p:sp>
        <p:nvSpPr>
          <p:cNvPr id="8" name="Diamond 7"/>
          <p:cNvSpPr/>
          <p:nvPr/>
        </p:nvSpPr>
        <p:spPr>
          <a:xfrm>
            <a:off x="3200399" y="6295470"/>
            <a:ext cx="2743200" cy="109728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¿</a:t>
            </a:r>
            <a:r>
              <a:rPr dirty="0" err="1"/>
              <a:t>Desea</a:t>
            </a:r>
            <a:r>
              <a:rPr dirty="0"/>
              <a:t> </a:t>
            </a:r>
            <a:r>
              <a:rPr dirty="0" err="1"/>
              <a:t>jugar</a:t>
            </a:r>
            <a:r>
              <a:rPr dirty="0"/>
              <a:t> </a:t>
            </a:r>
            <a:r>
              <a:rPr dirty="0" err="1"/>
              <a:t>otra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?</a:t>
            </a:r>
          </a:p>
        </p:txBody>
      </p:sp>
      <p:sp>
        <p:nvSpPr>
          <p:cNvPr id="9" name="Oval 8"/>
          <p:cNvSpPr/>
          <p:nvPr/>
        </p:nvSpPr>
        <p:spPr>
          <a:xfrm>
            <a:off x="3200399" y="7680960"/>
            <a:ext cx="274320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FIN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1005840"/>
            <a:ext cx="0" cy="1828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1920240"/>
            <a:ext cx="0" cy="1828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2834640"/>
            <a:ext cx="0" cy="1828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749040"/>
            <a:ext cx="0" cy="36576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212080"/>
            <a:ext cx="0" cy="2743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217920"/>
            <a:ext cx="0" cy="36576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7680960"/>
            <a:ext cx="0" cy="36576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D8B79AB9-6494-46E0-9D21-008BB7583E64}"/>
              </a:ext>
            </a:extLst>
          </p:cNvPr>
          <p:cNvCxnSpPr>
            <a:cxnSpLocks/>
            <a:stCxn id="2" idx="4"/>
            <a:endCxn id="3" idx="0"/>
          </p:cNvCxnSpPr>
          <p:nvPr/>
        </p:nvCxnSpPr>
        <p:spPr>
          <a:xfrm>
            <a:off x="4615403" y="731810"/>
            <a:ext cx="0" cy="274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ED1A5DD-B28B-4E8B-B1D8-3DC08A8D964A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4615403" y="1920240"/>
            <a:ext cx="0" cy="320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BC67F8CA-4F34-44EE-9CC4-02529B0A9417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4572000" y="2834640"/>
            <a:ext cx="0" cy="182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A7F76E00-1BC8-4A97-A5B0-69C51124FFAA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4571999" y="3749040"/>
            <a:ext cx="1" cy="295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22422868-0268-4439-AAA9-A521257F7828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571999" y="5141474"/>
            <a:ext cx="0" cy="207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A070181F-16B5-49A9-B04D-C645837E5488}"/>
              </a:ext>
            </a:extLst>
          </p:cNvPr>
          <p:cNvCxnSpPr>
            <a:stCxn id="7" idx="2"/>
          </p:cNvCxnSpPr>
          <p:nvPr/>
        </p:nvCxnSpPr>
        <p:spPr>
          <a:xfrm>
            <a:off x="4571999" y="6080760"/>
            <a:ext cx="1" cy="32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176594EB-512C-44AD-9326-DE1878644EC4}"/>
              </a:ext>
            </a:extLst>
          </p:cNvPr>
          <p:cNvCxnSpPr>
            <a:stCxn id="8" idx="1"/>
          </p:cNvCxnSpPr>
          <p:nvPr/>
        </p:nvCxnSpPr>
        <p:spPr>
          <a:xfrm flipH="1">
            <a:off x="1886673" y="6844110"/>
            <a:ext cx="1313726" cy="13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40824C2C-3B8F-431F-9127-14465735E3D9}"/>
              </a:ext>
            </a:extLst>
          </p:cNvPr>
          <p:cNvCxnSpPr/>
          <p:nvPr/>
        </p:nvCxnSpPr>
        <p:spPr>
          <a:xfrm flipV="1">
            <a:off x="1886673" y="1463040"/>
            <a:ext cx="0" cy="5394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87EAED7B-AF75-4649-86F4-B4C66A6B0C3C}"/>
              </a:ext>
            </a:extLst>
          </p:cNvPr>
          <p:cNvCxnSpPr>
            <a:endCxn id="3" idx="1"/>
          </p:cNvCxnSpPr>
          <p:nvPr/>
        </p:nvCxnSpPr>
        <p:spPr>
          <a:xfrm>
            <a:off x="1886673" y="1463040"/>
            <a:ext cx="13137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A66BC805-BEAE-4DDA-8841-7F6A3A04B075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4571999" y="7392750"/>
            <a:ext cx="0" cy="288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</Words>
  <Application>Microsoft Office PowerPoint</Application>
  <PresentationFormat>Presentación en pantalla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Usuario</dc:creator>
  <cp:keywords/>
  <dc:description>generated using python-pptx</dc:description>
  <cp:lastModifiedBy>Usuario</cp:lastModifiedBy>
  <cp:revision>2</cp:revision>
  <dcterms:created xsi:type="dcterms:W3CDTF">2013-01-27T09:14:16Z</dcterms:created>
  <dcterms:modified xsi:type="dcterms:W3CDTF">2026-02-28T19:22:32Z</dcterms:modified>
  <cp:category/>
</cp:coreProperties>
</file>